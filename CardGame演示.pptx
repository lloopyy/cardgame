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17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F3681-36EB-5CAD-BABD-451283C16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2A0414-AEF9-8712-1695-19222C254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FD057-DD96-13FE-CA09-C0C0C5DC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36539A-9184-7497-5414-10282CA8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CEF9CD-75CD-F1BE-4D1C-C9B67596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18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AEF34-0B4F-A255-D399-D69B745E4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3FF713-E339-C1D4-968D-1AB4AC2F1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937E8-6F4D-CB44-E289-E42451D4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4FA220-21B3-96A8-5C9D-9F25B92B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C19E18-1FA0-5629-B80C-A2E6E84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34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507B3-E19E-799A-5921-D5E032429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24E34F-1637-D566-CFDB-A5CF2473F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325052-DCBE-5640-B525-0D63DE45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299C1-E6CC-614E-E1AC-8E4BCCF6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EBDA8C-AA1E-ED8E-21E1-CAD137F7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3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5ADCA-C1A2-C66A-17D0-EF41841C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5D4EC-A2C1-FAC0-5167-6473EC97A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D8BA9B-111F-9024-1B6E-D1DFBE201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B1DD56-6CC3-2D6C-1B09-DB7E6176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32CE34-909E-23B1-0573-47CE89B3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80471-3C06-4C3E-DFFB-6FC5C8AD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24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65C09-EF3F-B4E3-74FE-113574FA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F20F9A-FCE7-E156-E26B-4B722FD54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59C7B0-13E7-1A72-CF9A-2253FD51A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F75338-BBD0-0EE2-C5A6-C9BE3387A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88EBA0-287B-8BDB-B3B9-8FE355D8E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C44E9A-3A99-416F-990C-57540BB0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34FFAB-7F9B-09FE-7683-8FB3B017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CBECC9-931D-FD33-2865-8983DE6E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81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31B60-B267-0B66-1281-DB9A4CA7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1493C6-5339-685F-8F7A-39E41974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B72550-77A2-D2A1-EA46-6AA24D6B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447E63-AFBE-6A55-2BF4-F7C21A0F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43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48DCCA-E470-9052-A3BF-5F6F6C4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BAB1AF-14B5-1973-6E38-4C6C2E6D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DFE683-092F-BFA9-812E-0C72B56B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00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2E86D-2B1C-6B8F-C88B-2147C748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047A0C-E337-FEE6-D55B-DD8B56DD0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1F0F7A-13E2-E799-35EC-538D8F2D4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18EA0F-2AD2-D667-0787-031AAAFA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890B3C-B101-0773-4574-1AE585D6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2A5739-D4D3-F898-200E-1B465BC5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49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17E10-0106-8F22-F7DD-A5D37D53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320C3C-DBFD-A514-2C4C-67143ACEF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8A701A-87B8-E8CC-EEFB-39C2953FA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A2AC35-8D75-26A2-749E-5FC7EEEE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E9F682-3B72-938E-2826-5CA3E080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1557E3-FA60-A47D-405E-8BA6C9A5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50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567E3-6ACB-BA12-3C6F-9F07C8D9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0472C9-EF44-AD46-61F0-85AFE4D36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54DCE2-20B5-D1A0-2100-CA4B6BB9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0DB05-7E27-D4F9-DE25-135B9876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F524B7-077D-6AE0-FF2E-5FE391AA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15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1A581E-77DF-7F58-25F8-38FA0345C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BD04EE-24FA-7228-E837-B28DEF90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75CE1-ACD5-23F9-018F-6314EEF9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334375-68BE-5E9D-33BE-705F3656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74F787-0AAB-06C8-951E-079388E7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772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D26315-AC93-6437-E9B6-ECD01A83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669719-B940-3EE3-4534-42279F99E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A84A6E-A9C7-7918-798F-3E1382745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B21D9-D6B1-43CB-8A0E-14DC2F894E9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BBFE80-B356-49F3-32A2-CB31EC2E5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4240D-EBE2-6B81-3B1D-9E713E52C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08BD5-7915-4833-BF83-0587D4E54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90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06D5D72-A64F-FAC4-5207-A4B36654D2D8}"/>
              </a:ext>
            </a:extLst>
          </p:cNvPr>
          <p:cNvSpPr txBox="1"/>
          <p:nvPr/>
        </p:nvSpPr>
        <p:spPr>
          <a:xfrm>
            <a:off x="4219575" y="3339706"/>
            <a:ext cx="3752850" cy="1856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环境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工具</a:t>
            </a:r>
            <a:endParaRPr lang="en-US" altLang="zh-CN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ts val="2800"/>
              </a:lnSpc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Cocos2d-x 3.17</a:t>
            </a:r>
          </a:p>
          <a:p>
            <a:pPr algn="ctr">
              <a:lnSpc>
                <a:spcPts val="2800"/>
              </a:lnSpc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Visual Studio 2019</a:t>
            </a:r>
          </a:p>
          <a:p>
            <a:pPr algn="ctr">
              <a:lnSpc>
                <a:spcPts val="2800"/>
              </a:lnSpc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VS Code</a:t>
            </a:r>
          </a:p>
          <a:p>
            <a:pPr algn="ctr">
              <a:lnSpc>
                <a:spcPts val="2800"/>
              </a:lnSpc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Windows 10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1B2753-2DA2-62C0-2931-29E277712AE2}"/>
              </a:ext>
            </a:extLst>
          </p:cNvPr>
          <p:cNvSpPr/>
          <p:nvPr/>
        </p:nvSpPr>
        <p:spPr>
          <a:xfrm>
            <a:off x="3720258" y="1218741"/>
            <a:ext cx="4751484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6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Card Game</a:t>
            </a:r>
            <a:endParaRPr lang="zh-CN" altLang="en-US" sz="6600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BBA8282-A5E9-8AB0-5621-AE2C3D8FAFA2}"/>
              </a:ext>
            </a:extLst>
          </p:cNvPr>
          <p:cNvCxnSpPr>
            <a:cxnSpLocks/>
          </p:cNvCxnSpPr>
          <p:nvPr/>
        </p:nvCxnSpPr>
        <p:spPr>
          <a:xfrm>
            <a:off x="1527175" y="2833221"/>
            <a:ext cx="913765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0C352F3-6879-2FC7-78E9-FB3AD19F76D4}"/>
              </a:ext>
            </a:extLst>
          </p:cNvPr>
          <p:cNvSpPr txBox="1"/>
          <p:nvPr/>
        </p:nvSpPr>
        <p:spPr>
          <a:xfrm>
            <a:off x="4219575" y="5492506"/>
            <a:ext cx="3752850" cy="420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20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制作人：</a:t>
            </a:r>
            <a:r>
              <a:rPr lang="en-US" altLang="zh-CN" sz="20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lloopyy</a:t>
            </a:r>
            <a:endParaRPr lang="zh-CN" altLang="en-US" sz="2000" b="1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450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B609E-9061-7740-9765-D9F73C4E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F78A33-7211-FFCE-0DC6-86427BF19E40}"/>
              </a:ext>
            </a:extLst>
          </p:cNvPr>
          <p:cNvSpPr txBox="1"/>
          <p:nvPr/>
        </p:nvSpPr>
        <p:spPr>
          <a:xfrm>
            <a:off x="387350" y="336550"/>
            <a:ext cx="258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1. </a:t>
            </a:r>
            <a:r>
              <a:rPr lang="zh-CN" altLang="en-US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主页展示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D34D47-D702-E7A5-EB93-B4EA2AF11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42" y="889000"/>
            <a:ext cx="2847750" cy="56324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40AD3B0-6603-C70C-9B02-534ADB074E6B}"/>
              </a:ext>
            </a:extLst>
          </p:cNvPr>
          <p:cNvSpPr txBox="1"/>
          <p:nvPr/>
        </p:nvSpPr>
        <p:spPr>
          <a:xfrm>
            <a:off x="5022850" y="1595924"/>
            <a:ext cx="2146300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主页菜单：</a:t>
            </a:r>
            <a:b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1. Start Game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2. Close Game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15762ECD-7878-A246-D1BF-ECC1473A6D0D}"/>
              </a:ext>
            </a:extLst>
          </p:cNvPr>
          <p:cNvSpPr/>
          <p:nvPr/>
        </p:nvSpPr>
        <p:spPr>
          <a:xfrm>
            <a:off x="4530726" y="3335337"/>
            <a:ext cx="3130550" cy="187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3B9E9B-4E60-CDBB-5225-A5F29FBE8D63}"/>
              </a:ext>
            </a:extLst>
          </p:cNvPr>
          <p:cNvSpPr txBox="1"/>
          <p:nvPr/>
        </p:nvSpPr>
        <p:spPr>
          <a:xfrm>
            <a:off x="5022850" y="3841750"/>
            <a:ext cx="2146300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选择 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</a:rPr>
              <a:t>Start Game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en-US" altLang="zh-CN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</a:rPr>
              <a:t>选择关卡</a:t>
            </a:r>
            <a:endParaRPr lang="en-US" altLang="zh-CN" sz="20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20003E-3CC8-D714-2C27-1C9974B47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610" y="798214"/>
            <a:ext cx="2893652" cy="572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7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D3552-D25D-986E-E5C2-47E767C7D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0DCF93-D96F-5CC6-101C-1629ABB7F53B}"/>
              </a:ext>
            </a:extLst>
          </p:cNvPr>
          <p:cNvSpPr txBox="1"/>
          <p:nvPr/>
        </p:nvSpPr>
        <p:spPr>
          <a:xfrm>
            <a:off x="387350" y="336550"/>
            <a:ext cx="258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2. </a:t>
            </a:r>
            <a:r>
              <a:rPr lang="zh-CN" altLang="en-US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关卡展示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15CB14-04C6-2632-7CD9-46511362F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8" y="1471794"/>
            <a:ext cx="2451154" cy="48480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86879AA-567A-FB76-E0A8-7925B7DAB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148" y="1471794"/>
            <a:ext cx="2448932" cy="48436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EE19A0-C72E-1099-8112-246815376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076" y="1471794"/>
            <a:ext cx="2448932" cy="48436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6DCC5A-41A8-F1E6-D94B-BCCB15E7C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004" y="1471794"/>
            <a:ext cx="2448932" cy="484364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8B43266-B89A-EA36-AD6B-707F22707C2B}"/>
              </a:ext>
            </a:extLst>
          </p:cNvPr>
          <p:cNvSpPr txBox="1"/>
          <p:nvPr/>
        </p:nvSpPr>
        <p:spPr>
          <a:xfrm>
            <a:off x="744211" y="1051743"/>
            <a:ext cx="1870728" cy="420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20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第一关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D6F4DA-ED31-942A-F62D-7A3C79A25FD5}"/>
              </a:ext>
            </a:extLst>
          </p:cNvPr>
          <p:cNvSpPr txBox="1"/>
          <p:nvPr/>
        </p:nvSpPr>
        <p:spPr>
          <a:xfrm>
            <a:off x="3676250" y="1049627"/>
            <a:ext cx="1870728" cy="422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20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第一关通关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6A780E-0869-7A5A-547A-34B3CB84FCA5}"/>
              </a:ext>
            </a:extLst>
          </p:cNvPr>
          <p:cNvSpPr txBox="1"/>
          <p:nvPr/>
        </p:nvSpPr>
        <p:spPr>
          <a:xfrm>
            <a:off x="6607178" y="1049627"/>
            <a:ext cx="1870728" cy="420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20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第二关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EF8E52-7B32-94EB-85AE-2D263064CA7B}"/>
              </a:ext>
            </a:extLst>
          </p:cNvPr>
          <p:cNvSpPr txBox="1"/>
          <p:nvPr/>
        </p:nvSpPr>
        <p:spPr>
          <a:xfrm>
            <a:off x="9538106" y="1047511"/>
            <a:ext cx="1870728" cy="422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20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第二关通关</a:t>
            </a:r>
          </a:p>
        </p:txBody>
      </p:sp>
    </p:spTree>
    <p:extLst>
      <p:ext uri="{BB962C8B-B14F-4D97-AF65-F5344CB8AC3E}">
        <p14:creationId xmlns:p14="http://schemas.microsoft.com/office/powerpoint/2010/main" val="122164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B938-8CFD-EFF9-1CB4-04D6300C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620347-C605-93C0-CFE5-82AF0F86244F}"/>
              </a:ext>
            </a:extLst>
          </p:cNvPr>
          <p:cNvSpPr txBox="1"/>
          <p:nvPr/>
        </p:nvSpPr>
        <p:spPr>
          <a:xfrm>
            <a:off x="387350" y="336550"/>
            <a:ext cx="258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回退功能展示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F40CCD-CCB6-4733-DFE9-A5B87E20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953" y="1021977"/>
            <a:ext cx="2683659" cy="53079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C5AC031-A661-CB78-36E5-97845054CF2D}"/>
              </a:ext>
            </a:extLst>
          </p:cNvPr>
          <p:cNvSpPr txBox="1"/>
          <p:nvPr/>
        </p:nvSpPr>
        <p:spPr>
          <a:xfrm>
            <a:off x="3717272" y="356298"/>
            <a:ext cx="1870728" cy="422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2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详见视频展示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26A10A-8C2C-2E66-2C57-B45D4597AD9A}"/>
              </a:ext>
            </a:extLst>
          </p:cNvPr>
          <p:cNvSpPr/>
          <p:nvPr/>
        </p:nvSpPr>
        <p:spPr>
          <a:xfrm>
            <a:off x="5066553" y="5922682"/>
            <a:ext cx="521447" cy="2928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BC590A-B065-7AD8-2E1F-EE4FEB7BA8EB}"/>
              </a:ext>
            </a:extLst>
          </p:cNvPr>
          <p:cNvSpPr/>
          <p:nvPr/>
        </p:nvSpPr>
        <p:spPr>
          <a:xfrm>
            <a:off x="5130802" y="5097930"/>
            <a:ext cx="367551" cy="53788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DE439A4-DF46-E6FB-317C-13A40389CDD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581835" y="4276927"/>
            <a:ext cx="2548967" cy="108994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9C64807-0B31-F1EA-314C-98DB8CBFF95D}"/>
              </a:ext>
            </a:extLst>
          </p:cNvPr>
          <p:cNvCxnSpPr>
            <a:cxnSpLocks/>
          </p:cNvCxnSpPr>
          <p:nvPr/>
        </p:nvCxnSpPr>
        <p:spPr>
          <a:xfrm flipH="1" flipV="1">
            <a:off x="2590952" y="4276927"/>
            <a:ext cx="2473788" cy="179217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77D08C4-15A4-A757-9016-1F6139FB782E}"/>
              </a:ext>
            </a:extLst>
          </p:cNvPr>
          <p:cNvSpPr txBox="1"/>
          <p:nvPr/>
        </p:nvSpPr>
        <p:spPr>
          <a:xfrm>
            <a:off x="672131" y="3541153"/>
            <a:ext cx="2584449" cy="77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点击“</a:t>
            </a:r>
            <a:r>
              <a:rPr lang="en-US" altLang="zh-CN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Draw</a:t>
            </a:r>
            <a:r>
              <a:rPr lang="zh-CN" altLang="en-US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或者卡牌</a:t>
            </a:r>
            <a:endParaRPr lang="en-US" altLang="zh-CN" b="1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</a:pPr>
            <a:r>
              <a:rPr lang="zh-CN" altLang="en-US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都可以抽牌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997DA0-2815-1EC5-42B2-071DE8B39166}"/>
              </a:ext>
            </a:extLst>
          </p:cNvPr>
          <p:cNvSpPr/>
          <p:nvPr/>
        </p:nvSpPr>
        <p:spPr>
          <a:xfrm>
            <a:off x="6167082" y="5925669"/>
            <a:ext cx="521447" cy="2928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357BA4E-8D5A-B56E-BF31-065C8D86F654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6688529" y="3855257"/>
            <a:ext cx="1857824" cy="221683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84F6FE9-EF83-5E17-71A9-04B0B526C46D}"/>
              </a:ext>
            </a:extLst>
          </p:cNvPr>
          <p:cNvSpPr txBox="1"/>
          <p:nvPr/>
        </p:nvSpPr>
        <p:spPr>
          <a:xfrm>
            <a:off x="8669729" y="3232445"/>
            <a:ext cx="1954306" cy="77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点击“</a:t>
            </a:r>
            <a:r>
              <a:rPr lang="en-US" altLang="zh-CN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Undo</a:t>
            </a:r>
            <a:r>
              <a:rPr lang="zh-CN" altLang="en-US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”</a:t>
            </a:r>
            <a:endParaRPr lang="en-US" altLang="zh-CN" b="1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</a:pPr>
            <a:r>
              <a:rPr lang="zh-CN" altLang="en-US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可以无限撤销</a:t>
            </a:r>
          </a:p>
        </p:txBody>
      </p:sp>
    </p:spTree>
    <p:extLst>
      <p:ext uri="{BB962C8B-B14F-4D97-AF65-F5344CB8AC3E}">
        <p14:creationId xmlns:p14="http://schemas.microsoft.com/office/powerpoint/2010/main" val="60129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99B3-A3E7-346C-9E3E-4AD616D6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DE534A-3E1B-0C04-D752-E24FF2C7840E}"/>
              </a:ext>
            </a:extLst>
          </p:cNvPr>
          <p:cNvSpPr txBox="1"/>
          <p:nvPr/>
        </p:nvSpPr>
        <p:spPr>
          <a:xfrm>
            <a:off x="387350" y="336550"/>
            <a:ext cx="258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4. </a:t>
            </a:r>
            <a:r>
              <a:rPr lang="zh-CN" altLang="en-US" sz="2400" b="1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文档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D26196-E052-CD18-4E53-1119FE2AFDCF}"/>
              </a:ext>
            </a:extLst>
          </p:cNvPr>
          <p:cNvSpPr txBox="1"/>
          <p:nvPr/>
        </p:nvSpPr>
        <p:spPr>
          <a:xfrm>
            <a:off x="615576" y="1267011"/>
            <a:ext cx="10954871" cy="4792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Classes/</a:t>
            </a:r>
            <a:b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├──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configs/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所有静态配置相关类</a:t>
            </a:r>
            <a:b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├──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models/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运行时动态数据模型</a:t>
            </a:r>
            <a:b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├──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views/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视图层，包含所有的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UI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展示组件</a:t>
            </a:r>
            <a:b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├──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controllers/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控制器层，协调模型和视图</a:t>
            </a:r>
            <a:b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├──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managers/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管理器层，提供全局性的服务和功能（作为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controllers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的成员；可持有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model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数据，禁止    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		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单例）</a:t>
            </a:r>
            <a:b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├──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services/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服务层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提供无状态的服务，处理业务逻辑，不管理数据生命周期；（禁止持有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model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数据，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		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可单例可静态方法）</a:t>
            </a:r>
            <a:b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└── </a:t>
            </a: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utils/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工具类，提供通用功能</a:t>
            </a:r>
            <a:endParaRPr lang="en-US" altLang="zh-CN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endParaRPr lang="en-US" altLang="zh-CN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Resources/  #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资源</a:t>
            </a:r>
            <a:endParaRPr lang="en-US" altLang="zh-CN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endParaRPr lang="en-US" altLang="zh-CN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ProgramDesignDelivery.md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交付文档</a:t>
            </a:r>
            <a:endParaRPr lang="en-US" altLang="zh-CN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endParaRPr lang="en-US" altLang="zh-CN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</a:rPr>
              <a:t>README.md  # 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游戏说明</a:t>
            </a:r>
          </a:p>
        </p:txBody>
      </p:sp>
    </p:spTree>
    <p:extLst>
      <p:ext uri="{BB962C8B-B14F-4D97-AF65-F5344CB8AC3E}">
        <p14:creationId xmlns:p14="http://schemas.microsoft.com/office/powerpoint/2010/main" val="908408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宽屏</PresentationFormat>
  <Paragraphs>31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2026-03-17T11:54:39Z</dcterms:created>
  <dcterms:modified xsi:type="dcterms:W3CDTF">2026-03-17T13:44:45Z</dcterms:modified>
</cp:coreProperties>
</file>